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C7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C7C7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heartbea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1140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231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F2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คู่มือการใช้งานแอปพลิเคชัน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9CFC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สำหรับผู้ป่วยฟอกไตและผู้ดูแล (Care Buddy)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ผู้ป่วย</a:t>
            </a:r>
            <a:pPr algn="l" indent="0" marL="0">
              <a:buNone/>
            </a:pPr>
            <a:r>
              <a:rPr lang="en-US" sz="1400" dirty="0">
                <a:solidFill>
                  <a:srgbClr val="4E8C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• 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Care Buddy</a:t>
            </a:r>
            <a:pPr algn="l" indent="0" marL="0">
              <a:buNone/>
            </a:pPr>
            <a:r>
              <a:rPr lang="en-US" sz="1400" dirty="0">
                <a:solidFill>
                  <a:srgbClr val="4E8C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• 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ครอบครัว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C7C7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 คืออะไร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แพลตฟอร์มที่เชื่อมต่อผู้ป่วยฟอกไตกับผู้ดูแลมืออาชีพ (Care Buddy) เพื่อพาไปฟอกไตอย่างปลอดภัย พร้อมติดตามสถานะได้แบบเรียลไทม์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0487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7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255227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306324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ค้นหาผู้ดูแล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344728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เลือกผู้ดูแลที่ผ่านการตรวจสอบ ตามเขตหรือโรงพยาบาลใกล้บ้าน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74720" y="21488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30752" y="240487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13" name="Image 1" descr="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153" y="255227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30752" y="306324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นัดและจอง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30752" y="344728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เลือกวัน เวลา และโรงพยาบาล ยืนยันการจองในไม่กี่ขั้นตอน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21488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65392" y="240487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19" name="Image 2" descr="icons/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93" y="2552273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565392" y="306324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ติดตามเรียลไทม์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65392" y="344728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ครอบครัวเห็นสถานะการเดินทางและการฟอกไตทุกขั้นตอน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144000" y="21488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400032" y="2404872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3" descr="icons/wall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433" y="2552273"/>
            <a:ext cx="272125" cy="2721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24712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400032" y="306324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จ่ายเมื่อเสร็จงาน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400032" y="344728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ระบบพักยอดเงินไว้ และจ่ายให้ผู้ดูแลเมื่องานเสร็จสมบูรณ์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C7C7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เริ่มต้นใช้งาน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เข้าสู่ระบบและเลือกบทบาท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27632"/>
            <a:ext cx="548640" cy="548640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6" name="Image 0" descr="icons/sign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7702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63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กรอกเบอร์โทรศัพท์และรหัสผ่าน เพื่อเข้าสู่ระบบ ระบบจะพาไปยังหน้าหลักตามบทบาทของคุณโดยอัตโนมัติ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2971800"/>
            <a:ext cx="640080" cy="640080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10" name="Image 1" descr="icons/heartbe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3" y="31382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สำหรับผู้ป่วย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051560" y="379476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ค้นหาและจองผู้ดูแล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วางแผนโภชนาการด้วย AI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ติดตามสถานะการเดินทางแบบเรียลไทม์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แชทกับผู้ดูแล และให้คะแนนหลังจบงาน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91072" y="269748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47104" y="29718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2" descr="icons/nur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525" y="31382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42632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สำหรับผู้ดูแล (Care Buddy)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702552" y="379476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ดูและรับงานจากกระดานงาน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รับงานได้ครั้งละ 1 งานเท่านั้น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อัปเดตสถานะงานทีละขั้นตอน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ตรวจสอบรายได้และประวัติงาน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C7C7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สำหรับผู้ป่วย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ค้นหาและจองผู้ดูแล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6479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6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19121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42316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 ค้นหา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280720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พิมพ์ชื่อเขตหรือโรงพยาบาล เพื่อดูรายชื่อผู้ดูแลที่ผ่านการตรวจสอบในพื้นที่ใกล้เคียง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0752" y="176479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12" name="Image 1" descr="icons/lis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153" y="191219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30752" y="242316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เลือกผู้ดูแล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30752" y="280720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ดูเรตติ้ง รีวิว ใบรับรอง และอัตราค่าบริการของผู้ดูแลแต่ละคนก่อนตัดสินใจ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09360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65392" y="176479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18" name="Image 2" descr="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93" y="191219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65392" y="242316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3. เลือกวันเวลา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65392" y="280720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กำหนดวันที่ ช่วงเวลา และโรงพยาบาลปลายทางที่ต้องการ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44000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00032" y="1764792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4" name="Image 3" descr="icons/wall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433" y="191219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24712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400032" y="242316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4. ยืนยันและจ่าย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400032" y="280720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ตรวจสอบยอดชำระ แล้วชำระเงินเพื่อพักยอดไว้ในระบบ จองสำเร็จ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5623560"/>
            <a:ext cx="10908792" cy="594360"/>
          </a:xfrm>
          <a:prstGeom prst="roundRect">
            <a:avLst>
              <a:gd name="adj" fmla="val 15385"/>
            </a:avLst>
          </a:prstGeom>
          <a:solidFill>
            <a:srgbClr val="E7F2F0"/>
          </a:solidFill>
          <a:ln/>
        </p:spPr>
      </p:sp>
      <p:sp>
        <p:nvSpPr>
          <p:cNvPr id="29" name="Text 23"/>
          <p:cNvSpPr/>
          <p:nvPr/>
        </p:nvSpPr>
        <p:spPr>
          <a:xfrm>
            <a:off x="914400" y="56235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E5E5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ทุกการจองจะไม่หักเงินจริงจนกว่าผู้ดูแลจะดำเนินการครบทุกขั้นตอน (ระบบพักยอด)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C7C7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สำหรับผู้ป่วย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วางแผนโภชนาการ และแดชบอร์ด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19072"/>
            <a:ext cx="594360" cy="594360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6" name="Image 0" descr="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646" y="18736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จัดโภชนาการ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33172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อัปโหลดรูปผลตรวจเลือดของคุณ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ระบบวิเคราะห์ค่าแร่ธาตุสำคัญ เช่น โพแทสเซียม โซเดียม ฟอสฟอรัส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รับเมนูอาหาร 3 มื้อที่เหมาะกับผลตรวจ พร้อมคำแนะนำด้านโภชนาการ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บันทึกผลล่าสุดให้ดูซ้ำได้ทุกเมื่อ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91072" y="14630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7104" y="1719072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icons/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38" y="187360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96912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แดชบอร์ดผู้ป่วย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11112" y="233172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ดูนัดที่กำลังจะถึง พร้อมปุ่มติดตามสถานะ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เรียกดูผลวิเคราะห์โภชนาการล่าสุดได้ทันที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เป็นหน้าแรกที่เห็นทุกครั้งหลังเข้าสู่ระบบ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C7C7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สำหรับผู้ป่วย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ติดตามสถานะแบบเรียลไทม์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68680" cy="868680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5" name="Image 0" descr="icons/c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19174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670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ผู้ดูแลออกเดินทาง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508760" y="2125980"/>
            <a:ext cx="1641348" cy="0"/>
          </a:xfrm>
          <a:prstGeom prst="line">
            <a:avLst/>
          </a:prstGeom>
          <a:noFill/>
          <a:ln w="25400">
            <a:solidFill>
              <a:srgbClr val="BFD9D5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150108" y="1691640"/>
            <a:ext cx="868680" cy="868680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9" name="Image 1" descr="icons/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965" y="19174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30068" y="2670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ถึงจุดรับผู้ป่วย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18788" y="2125980"/>
            <a:ext cx="1641348" cy="0"/>
          </a:xfrm>
          <a:prstGeom prst="line">
            <a:avLst/>
          </a:prstGeom>
          <a:noFill/>
          <a:ln w="25400">
            <a:solidFill>
              <a:srgbClr val="BFD9D5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5660136" y="1691640"/>
            <a:ext cx="868680" cy="868680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13" name="Image 2" descr="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993" y="191749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0096" y="2670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มุ่งหน้าโรงพยาบาล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528816" y="2125980"/>
            <a:ext cx="1641348" cy="0"/>
          </a:xfrm>
          <a:prstGeom prst="line">
            <a:avLst/>
          </a:prstGeom>
          <a:noFill/>
          <a:ln w="25400">
            <a:solidFill>
              <a:srgbClr val="BFD9D5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8170164" y="1691640"/>
            <a:ext cx="868680" cy="868680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17" name="Image 3" descr="icons/hospit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021" y="1917497"/>
            <a:ext cx="416966" cy="41696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50124" y="2670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ถึงโรงพยาบาล / ฟอกไต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9038844" y="2125980"/>
            <a:ext cx="1641348" cy="0"/>
          </a:xfrm>
          <a:prstGeom prst="line">
            <a:avLst/>
          </a:prstGeom>
          <a:noFill/>
          <a:ln w="25400">
            <a:solidFill>
              <a:srgbClr val="BFD9D5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10680192" y="169164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6049" y="1917497"/>
            <a:ext cx="416966" cy="41696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360152" y="2670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เดินทางถึงบ้านปลอดภัย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320040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96112" y="345643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25" name="Image 5" descr="icons/ma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513" y="3603833"/>
            <a:ext cx="272125" cy="2721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74320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96112" y="411480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แผนที่เรียลไทม์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896112" y="4498848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ครอบครัวเห็นตำแหน่งผู้ดูแลและเส้นทางตลอดการเดินทาง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3474720" y="320040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3730752" y="345643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31" name="Image 6" descr="icons/phon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8153" y="3603833"/>
            <a:ext cx="272125" cy="27212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57784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33" name="Text 24"/>
          <p:cNvSpPr/>
          <p:nvPr/>
        </p:nvSpPr>
        <p:spPr>
          <a:xfrm>
            <a:off x="3730752" y="411480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ปุ่มฉุกเฉิน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3730752" y="4498848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โทรติดต่อได้ทันทีหากเกิดเหตุฉุกเฉินระหว่างทาง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6309360" y="320040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565392" y="345643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37" name="Image 7" descr="icons/comment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2793" y="3603833"/>
            <a:ext cx="272125" cy="27212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4124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6565392" y="411480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แชทในตัวแอป</a:t>
            </a:r>
            <a:endParaRPr lang="en-US" sz="1500" dirty="0"/>
          </a:p>
        </p:txBody>
      </p:sp>
      <p:sp>
        <p:nvSpPr>
          <p:cNvPr id="40" name="Text 30"/>
          <p:cNvSpPr/>
          <p:nvPr/>
        </p:nvSpPr>
        <p:spPr>
          <a:xfrm>
            <a:off x="6565392" y="4498848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พูดคุยกับผู้ดูแลได้ตลอดช่วงที่งานยังดำเนินอยู่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9144000" y="320040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9400032" y="345643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43" name="Image 8" descr="icons/sta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7433" y="3603833"/>
            <a:ext cx="272125" cy="272125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124712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45" name="Text 34"/>
          <p:cNvSpPr/>
          <p:nvPr/>
        </p:nvSpPr>
        <p:spPr>
          <a:xfrm>
            <a:off x="9400032" y="411480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ให้คะแนนหลังจบงาน</a:t>
            </a:r>
            <a:endParaRPr lang="en-US" sz="1500" dirty="0"/>
          </a:p>
        </p:txBody>
      </p:sp>
      <p:sp>
        <p:nvSpPr>
          <p:cNvPr id="46" name="Text 35"/>
          <p:cNvSpPr/>
          <p:nvPr/>
        </p:nvSpPr>
        <p:spPr>
          <a:xfrm>
            <a:off x="9400032" y="4498848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ระบบเปิดหน้าให้คะแนน 1-5 ดาวทันทีที่งานเสร็จสิ้น</a:t>
            </a:r>
            <a:endParaRPr lang="en-US" sz="1150" dirty="0"/>
          </a:p>
        </p:txBody>
      </p:sp>
      <p:sp>
        <p:nvSpPr>
          <p:cNvPr id="47" name="Text 3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C7C7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สำหรับผู้ดูแล (Care Buddy)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รับงานจากกระดานงาน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6479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6" name="Image 0" descr="icons/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19121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42316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 ดูงานที่รอรับ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280720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หน้าแดชบอร์ดแสดงงานใหม่ที่รอผู้ดูแลกดรับ พร้อมข้อมูลผู้ป่วยและเวลา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0752" y="176479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12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153" y="191219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30752" y="242316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กดรับงาน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30752" y="280720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เลือกงานที่สะดวก แล้วกดปุ่ม “รับงาน” เพื่อยืนยันรับผิดชอบงานนั้น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09360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65392" y="1764792"/>
            <a:ext cx="566928" cy="566928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18" name="Image 2" descr="icons/shield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93" y="191219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65392" y="242316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3. ระบบล็อกงานอื่น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65392" y="280720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รับงานได้ครั้งละ 1 งานเท่านั้น งานอื่นจะถูกล็อกจนกว่าจะจบงานปัจจุบัน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44000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00032" y="1764792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4" name="Image 3" descr="icons/rou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433" y="191219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24712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400032" y="242316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4. เริ่มปฏิบัติงาน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400032" y="2807208"/>
            <a:ext cx="2093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ระบบนำไปยังหน้าติดตามงาน เพื่อเริ่มอัปเดตสถานะแต่ละขั้นตอน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5623560"/>
            <a:ext cx="10908792" cy="594360"/>
          </a:xfrm>
          <a:prstGeom prst="roundRect">
            <a:avLst>
              <a:gd name="adj" fmla="val 15385"/>
            </a:avLst>
          </a:prstGeom>
          <a:solidFill>
            <a:srgbClr val="E7F2F0"/>
          </a:solidFill>
          <a:ln/>
        </p:spPr>
      </p:sp>
      <p:sp>
        <p:nvSpPr>
          <p:cNvPr id="29" name="Text 23"/>
          <p:cNvSpPr/>
          <p:nvPr/>
        </p:nvSpPr>
        <p:spPr>
          <a:xfrm>
            <a:off x="914400" y="56235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E5E5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โปรไฟล์ผู้ดูแลแสดงเรตติ้งและจำนวนงานสำเร็จ ให้ผู้ป่วยเลือกได้อย่างมั่นใจ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C7C7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สำหรับผู้ดูแล (Care Buddy)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ติดตามงานและตรวจสอบรายได้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19072"/>
            <a:ext cx="594360" cy="594360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6" name="Image 0" descr="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646" y="18736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อัปเดตสถานะงาน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33172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กดอัปเดตสถานะทีละขั้น ตั้งแต่ออกไปรับจนถึงส่งกลับบ้านปลอดภัย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ผู้ป่วยและครอบครัวเห็นความคืบหน้าแบบเรียลไทม์ในหน้าเดียวกัน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ขั้นตอนสุดท้ายกดปุ่ม “จบงานและบันทึกประวัติ” เพื่อปิดงาน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91072" y="14630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7104" y="1719072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icons/mon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38" y="187360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96912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“งานของฉัน”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11112" y="233172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สรุปรายได้รายสัปดาห์ รายเดือน และรายปี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ดูยอดรายได้สะสมทั้งหมดในที่เดียว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ตรวจสอบประวัติงานที่เสร็จสิ้น พร้อมยอดที่ได้รับต่อรอบงาน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C7C7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การสื่อสารและความน่าเชื่อถือ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แชทในแอป และระบบให้คะแนน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19072"/>
            <a:ext cx="594360" cy="594360"/>
          </a:xfrm>
          <a:prstGeom prst="ellipse">
            <a:avLst/>
          </a:prstGeom>
          <a:solidFill>
            <a:srgbClr val="0E5E59"/>
          </a:solidFill>
          <a:ln/>
        </p:spPr>
      </p:sp>
      <p:pic>
        <p:nvPicPr>
          <p:cNvPr id="6" name="Image 0" descr="icons/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646" y="18736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แชทระหว่างงาน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33172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ผู้ป่วยและผู้ดูแลพูดคุยกันได้แบบเรียลไทม์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เปิดให้ใช้งานเฉพาะช่วงที่มีงานดำเนินอยู่เท่านั้น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มีตัวเลขแจ้งข้อความที่ยังไม่ได้อ่าน ไม่พลาดทุกการนัดหมาย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91072" y="14630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7104" y="1719072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icons/st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38" y="187360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96912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ให้คะแนนผู้ดูแล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11112" y="233172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เมื่อจบงาน ระบบจะเปิดหน้าให้คะแนน 1-5 ดาวให้ผู้ป่วยทันที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คะแนนและรีวิวจะแสดงในหน้าค้นหาผู้ดูแลครั้งต่อไป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ช่วยให้ผู้ป่วยรายอื่นเลือกผู้ดูแลได้อย่างมั่นใจมากขึ้น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DialyBuddy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1C7C7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206240" cy="4206240"/>
          </a:xfrm>
          <a:prstGeom prst="ellipse">
            <a:avLst/>
          </a:prstGeom>
          <a:solidFill>
            <a:srgbClr val="1C7C7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พร้อมเริ่มใช้งาน DialyBuddy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2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ดูแลกันและกันในทุกการเดินทางสู่การฟอกไต ปลอดภัย โปร่งใส และติดตามได้ทุกขั้นตอน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43F3C"/>
          </a:solidFill>
          <a:ln/>
        </p:spPr>
      </p:sp>
      <p:sp>
        <p:nvSpPr>
          <p:cNvPr id="9" name="Shape 6"/>
          <p:cNvSpPr/>
          <p:nvPr/>
        </p:nvSpPr>
        <p:spPr>
          <a:xfrm>
            <a:off x="1051560" y="37033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319" y="38340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4343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ผู้ป่วย: ค้นหา จอง ติดตาม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434840" y="347472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43F3C"/>
          </a:solidFill>
          <a:ln/>
        </p:spPr>
      </p:sp>
      <p:sp>
        <p:nvSpPr>
          <p:cNvPr id="13" name="Shape 9"/>
          <p:cNvSpPr/>
          <p:nvPr/>
        </p:nvSpPr>
        <p:spPr>
          <a:xfrm>
            <a:off x="4663440" y="37033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2" descr="icons/nur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199" y="383407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4343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ผู้ดูแล: รับงาน อัปเดต รับรายได้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46720" y="347472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43F3C"/>
          </a:solidFill>
          <a:ln/>
        </p:spPr>
      </p:sp>
      <p:sp>
        <p:nvSpPr>
          <p:cNvPr id="17" name="Shape 12"/>
          <p:cNvSpPr/>
          <p:nvPr/>
        </p:nvSpPr>
        <p:spPr>
          <a:xfrm>
            <a:off x="8275320" y="37033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3" descr="icons/comment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079" y="383407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75320" y="4343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ทั้งสองฝ่าย: แชทและให้คะแนน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D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ติดต่อทีมสนับสนุน: support@dialybuddy.app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DialyBuddy - คู่มือการใช้งาน</dc:title>
  <dc:subject>PptxGenJS Presentation</dc:subject>
  <dc:creator>DialyBuddy</dc:creator>
  <cp:lastModifiedBy>DialyBuddy</cp:lastModifiedBy>
  <cp:revision>1</cp:revision>
  <dcterms:created xsi:type="dcterms:W3CDTF">2026-06-23T15:53:02Z</dcterms:created>
  <dcterms:modified xsi:type="dcterms:W3CDTF">2026-06-23T15:53:02Z</dcterms:modified>
</cp:coreProperties>
</file>